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11" autoAdjust="0"/>
  </p:normalViewPr>
  <p:slideViewPr>
    <p:cSldViewPr snapToGrid="0">
      <p:cViewPr>
        <p:scale>
          <a:sx n="79" d="100"/>
          <a:sy n="79" d="100"/>
        </p:scale>
        <p:origin x="1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E717-C1B2-6A3D-7936-E6C10A404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ECD94-C46D-B409-3646-D5B8E5DE8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FC7E3-8C7E-35AF-04B8-0A08250B4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3E99B-EEA1-26BB-2AE2-28831AAC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8631E-6DC5-6F2C-6C5A-210F60AEF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846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715A-62DE-1611-4014-8D2A9912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0D02B-5D48-5A70-10A2-BD6004E43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13A9D-5B83-0D9B-C7E1-1185B479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9E022-3A2D-773E-901E-24B5B6F1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519D4-C6E7-8E2B-26A1-DD96DD54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8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C8B2-3E50-DF33-C713-93921FF0A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F9A1C-BE5B-56AC-A8EE-F0176826A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7D7E0-821A-D148-CAB7-3E1D9EA4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82EB6-3CE6-C534-D067-2515D2B2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8B37D-E3C3-4502-4032-F1B54B578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15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8B00-559F-8AC9-3CEB-60CF715E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92AA8-8BF0-2D1E-E458-746559A6E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12F4A-6379-9D85-204F-539430D61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CB1B-53AF-1F50-077F-6481FA29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B8FA8-DBD5-F0D5-353A-6B73DFC3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221D2-5854-C040-C343-F3219D58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900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8D70F-8407-F9E8-E46D-4B9D8C04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8484F-8BBB-5C06-5F6B-D5773EE1D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96495-8CD9-F1BF-90CA-364D0A72A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8EC85-A62C-CAA4-C3D9-1A134C919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19176-B5B7-FDCD-7A8D-7E5A5F0A9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24ED97-3EB9-0988-E6BD-81DA6FEB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F38CD-FAB7-2C3C-214E-3E6D326A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79BC05-7FF0-ECB9-22A9-6B9F9633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02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FB1-A157-9309-16D1-7A8C27B5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5794B-FD2E-C634-767F-F830A300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A07E7-26DE-676C-21DF-1DDD9AD3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4C143-47DB-CC93-DC20-1A590925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03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3A1F6B-8EB9-90B5-9C0A-E784E8370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1D45C-53E8-30AB-8A83-C9DAE0F2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7C6E4-F61A-2470-7A2A-33A0CB3F1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42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1327-24A2-7A3A-C34C-7D926F05D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AEBA-EEF6-1A50-C1CE-CD38A7991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36508-A8E7-469E-8D84-CAC4B9E30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FD3AC-1604-F49F-7469-14A5C2D9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E3EA9-C0DD-3B1C-B1FE-5264C5072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798B4-A484-A2CB-219E-EED1EC64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11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3109-768C-DB6F-16A0-E05695CC2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06D6C-6648-5A04-D3AD-225C1AB77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91E4E-FE08-0B2E-4DF0-CFEE82B51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6B11E-C8C8-2284-D912-04233BCC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9284E-4D65-4226-4510-B7530E536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7FD0A-5D14-C207-42A9-D2198FC2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066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45D91-5E5B-7904-CF0E-C57FB5284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3A2EB-59E8-65FD-3753-007B03BDE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A0123-4673-4787-C9D6-EF7368D70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F2914-37C4-3D76-577E-F7F3A901D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639D1-E8C9-DA04-ECA5-7DA0461A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33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F97505-0D6E-66C4-7AFB-B80386AF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668E0-DE05-BD53-BFD1-587493E70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5132C-5129-0C79-6880-EFF63BA4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244E2-7534-DA66-41A9-1CEF3BF1E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68F23-263D-DE4E-4062-3F42465F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378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C64178-FC4D-D60F-E411-97FD4DC4C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E3FB6-1AF0-555D-8086-5A2A0E3D9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ACD41-EEB4-0DEC-C315-B2B336758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F92C8-F1D7-434F-9249-3D7BC0C40A83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B61C-ABE8-8293-FBC4-BD30C3F99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2E64F-AFA8-3142-4791-F5E36CA60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9CD8-02BD-4F1E-8A7D-8A5B66FDB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51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E348-187E-1CD9-45B5-B5453B9981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 Neural Networks </a:t>
            </a:r>
          </a:p>
        </p:txBody>
      </p:sp>
    </p:spTree>
    <p:extLst>
      <p:ext uri="{BB962C8B-B14F-4D97-AF65-F5344CB8AC3E}">
        <p14:creationId xmlns:p14="http://schemas.microsoft.com/office/powerpoint/2010/main" val="158989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F65438-92EE-437C-0920-459360417765}"/>
              </a:ext>
            </a:extLst>
          </p:cNvPr>
          <p:cNvSpPr txBox="1"/>
          <p:nvPr/>
        </p:nvSpPr>
        <p:spPr>
          <a:xfrm>
            <a:off x="476250" y="1"/>
            <a:ext cx="11582400" cy="6959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Definition :</a:t>
            </a:r>
          </a:p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  <a:r>
              <a:rPr lang="en-US" sz="2400" dirty="0"/>
              <a:t>A Neural Network is a computational model made up of connected nodes 			called neurons that process data in layers to learn patterns and 				relationships from the data.</a:t>
            </a:r>
          </a:p>
          <a:p>
            <a:endParaRPr lang="en-US" sz="2400" dirty="0"/>
          </a:p>
          <a:p>
            <a:r>
              <a:rPr lang="en-US" sz="2400" dirty="0"/>
              <a:t>As neural network is based up on the coordination of neurons in human brain.  </a:t>
            </a:r>
          </a:p>
          <a:p>
            <a:endParaRPr lang="en-US" sz="2400" dirty="0"/>
          </a:p>
          <a:p>
            <a:r>
              <a:rPr lang="en-US" sz="2400" dirty="0"/>
              <a:t>In the human brain, neurons are connected and communicate through electrical signals.</a:t>
            </a:r>
          </a:p>
          <a:p>
            <a:endParaRPr lang="en-US" sz="2400" dirty="0"/>
          </a:p>
          <a:p>
            <a:r>
              <a:rPr lang="en-US" sz="2400" dirty="0"/>
              <a:t>Similarly, in a neural network:</a:t>
            </a:r>
          </a:p>
          <a:p>
            <a:endParaRPr lang="en-US" sz="2400" dirty="0"/>
          </a:p>
          <a:p>
            <a:r>
              <a:rPr lang="en-US" sz="2400" dirty="0"/>
              <a:t>Nodes = Artificial neurons</a:t>
            </a:r>
          </a:p>
          <a:p>
            <a:endParaRPr lang="en-US" sz="2400" dirty="0"/>
          </a:p>
          <a:p>
            <a:r>
              <a:rPr lang="en-US" sz="2400" dirty="0"/>
              <a:t>Connections = Weights</a:t>
            </a:r>
          </a:p>
          <a:p>
            <a:endParaRPr lang="en-US" sz="2400" dirty="0"/>
          </a:p>
          <a:p>
            <a:r>
              <a:rPr lang="en-US" sz="2400" dirty="0"/>
              <a:t>Signal passing = Data flow</a:t>
            </a:r>
          </a:p>
          <a:p>
            <a:endParaRPr lang="en-US" sz="2400" dirty="0"/>
          </a:p>
          <a:p>
            <a:r>
              <a:rPr lang="en-US" sz="2400" dirty="0"/>
              <a:t>Each neuron receives input, processes it, and passes the output to the next neuron.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071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292CF5-97E4-832C-31D6-2A932FC90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981075"/>
            <a:ext cx="102679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7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D2BEFC-B07D-1AD9-2D3A-8310FA41E1A1}"/>
              </a:ext>
            </a:extLst>
          </p:cNvPr>
          <p:cNvSpPr txBox="1"/>
          <p:nvPr/>
        </p:nvSpPr>
        <p:spPr>
          <a:xfrm>
            <a:off x="218871" y="131323"/>
            <a:ext cx="1176560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Mathematical Formula :</a:t>
            </a:r>
          </a:p>
          <a:p>
            <a:endParaRPr lang="en-US" sz="2400" dirty="0"/>
          </a:p>
          <a:p>
            <a:r>
              <a:rPr lang="en-US" sz="2400" dirty="0"/>
              <a:t>Each neuron performs this calculation:</a:t>
            </a:r>
          </a:p>
          <a:p>
            <a:endParaRPr lang="en-US" sz="2400" dirty="0"/>
          </a:p>
          <a:p>
            <a:r>
              <a:rPr lang="en-US" sz="2400" dirty="0"/>
              <a:t>Step 1: Weighted Sum</a:t>
            </a:r>
          </a:p>
          <a:p>
            <a:r>
              <a:rPr lang="en-US" sz="2400" dirty="0"/>
              <a:t>𝑍=𝑊1𝑋1+𝑊2𝑋2+𝑊3𝑋3+𝑏</a:t>
            </a:r>
          </a:p>
          <a:p>
            <a:endParaRPr lang="en-US" sz="2400" dirty="0"/>
          </a:p>
          <a:p>
            <a:r>
              <a:rPr lang="en-US" sz="2400" dirty="0"/>
              <a:t>Where:</a:t>
            </a:r>
          </a:p>
          <a:p>
            <a:endParaRPr lang="en-US" sz="2400" dirty="0"/>
          </a:p>
          <a:p>
            <a:r>
              <a:rPr lang="en-US" sz="2400" dirty="0"/>
              <a:t>X = Input</a:t>
            </a:r>
          </a:p>
          <a:p>
            <a:r>
              <a:rPr lang="en-US" sz="2400" dirty="0"/>
              <a:t>W = Weight</a:t>
            </a:r>
          </a:p>
          <a:p>
            <a:r>
              <a:rPr lang="en-US" sz="2400" dirty="0"/>
              <a:t>b = Bias</a:t>
            </a:r>
          </a:p>
          <a:p>
            <a:endParaRPr lang="en-US" sz="2400" dirty="0"/>
          </a:p>
          <a:p>
            <a:r>
              <a:rPr lang="en-US" sz="2400" dirty="0"/>
              <a:t>Step 2: Activation Function</a:t>
            </a:r>
          </a:p>
          <a:p>
            <a:r>
              <a:rPr lang="en-US" sz="2400" dirty="0"/>
              <a:t>𝐴=𝑓(𝑍)</a:t>
            </a:r>
          </a:p>
          <a:p>
            <a:endParaRPr lang="en-US" sz="2400" dirty="0"/>
          </a:p>
          <a:p>
            <a:r>
              <a:rPr lang="en-US" sz="2400" dirty="0"/>
              <a:t>Where f is the activation function.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065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CC0ADD-C38C-8BC6-8A28-40E500DCEA5B}"/>
              </a:ext>
            </a:extLst>
          </p:cNvPr>
          <p:cNvSpPr txBox="1"/>
          <p:nvPr/>
        </p:nvSpPr>
        <p:spPr>
          <a:xfrm>
            <a:off x="133349" y="171450"/>
            <a:ext cx="118205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Neural networks there are only 3 layers through which the process is done or takes place</a:t>
            </a:r>
          </a:p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400" dirty="0"/>
              <a:t>1 . Input Layer :</a:t>
            </a:r>
          </a:p>
          <a:p>
            <a:endParaRPr lang="en-US" sz="2400" dirty="0"/>
          </a:p>
          <a:p>
            <a:r>
              <a:rPr lang="en-US" sz="2400" dirty="0"/>
              <a:t>		It’s the First layer of Neural networks which receives the input of the given </a:t>
            </a:r>
          </a:p>
          <a:p>
            <a:r>
              <a:rPr lang="en-US" sz="2400" dirty="0"/>
              <a:t>		data  .</a:t>
            </a:r>
          </a:p>
          <a:p>
            <a:r>
              <a:rPr lang="en-US" sz="2400" dirty="0"/>
              <a:t>		Neural network can have only one input data</a:t>
            </a:r>
          </a:p>
          <a:p>
            <a:endParaRPr lang="en-US" sz="2400" dirty="0"/>
          </a:p>
          <a:p>
            <a:r>
              <a:rPr lang="en-US" sz="2400" dirty="0"/>
              <a:t>Example: 	Age, Salary, Marks, Image pixels</a:t>
            </a:r>
          </a:p>
          <a:p>
            <a:endParaRPr lang="en-US" sz="2400" dirty="0"/>
          </a:p>
          <a:p>
            <a:r>
              <a:rPr lang="en-US" sz="2400" dirty="0"/>
              <a:t>2. Hidden Layer :</a:t>
            </a:r>
          </a:p>
          <a:p>
            <a:endParaRPr lang="en-US" sz="2400" dirty="0"/>
          </a:p>
          <a:p>
            <a:r>
              <a:rPr lang="en-US" sz="2400" dirty="0"/>
              <a:t>		It Performs calculations of thee given data and Learns patterns in the data by </a:t>
            </a:r>
          </a:p>
          <a:p>
            <a:r>
              <a:rPr lang="en-US" sz="2400" dirty="0"/>
              <a:t>		by calculating all the possibilities.</a:t>
            </a:r>
          </a:p>
          <a:p>
            <a:r>
              <a:rPr lang="en-US" sz="2400" dirty="0"/>
              <a:t>		A neural network can have many hidden layers.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1308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89C4A0-9F58-742F-E6C8-38C8BC8A1A64}"/>
              </a:ext>
            </a:extLst>
          </p:cNvPr>
          <p:cNvSpPr txBox="1"/>
          <p:nvPr/>
        </p:nvSpPr>
        <p:spPr>
          <a:xfrm>
            <a:off x="228600" y="190500"/>
            <a:ext cx="11811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Output Layer :</a:t>
            </a:r>
          </a:p>
          <a:p>
            <a:endParaRPr lang="en-US" sz="2400" dirty="0"/>
          </a:p>
          <a:p>
            <a:r>
              <a:rPr lang="en-US" sz="2400" dirty="0"/>
              <a:t>		It’s a Final layer of neural networks where it Produces the prediction or result</a:t>
            </a:r>
          </a:p>
          <a:p>
            <a:r>
              <a:rPr lang="en-US" sz="2400" dirty="0"/>
              <a:t>		based up on the suggestion of the hidden layer.</a:t>
            </a:r>
          </a:p>
          <a:p>
            <a:endParaRPr lang="en-US" sz="2400" dirty="0"/>
          </a:p>
          <a:p>
            <a:r>
              <a:rPr lang="en-US" sz="2400" dirty="0"/>
              <a:t>Example outputs:</a:t>
            </a:r>
          </a:p>
          <a:p>
            <a:endParaRPr lang="en-US" sz="2400" dirty="0"/>
          </a:p>
          <a:p>
            <a:r>
              <a:rPr lang="en-US" sz="2400" dirty="0"/>
              <a:t>Yes / No</a:t>
            </a:r>
          </a:p>
          <a:p>
            <a:r>
              <a:rPr lang="en-US" sz="2400" dirty="0"/>
              <a:t>Price prediction  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363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A0676B-8477-66AF-D8C6-BFC1E876EC83}"/>
              </a:ext>
            </a:extLst>
          </p:cNvPr>
          <p:cNvSpPr txBox="1"/>
          <p:nvPr/>
        </p:nvSpPr>
        <p:spPr>
          <a:xfrm>
            <a:off x="92411" y="199418"/>
            <a:ext cx="118434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Types of Neural Networks :</a:t>
            </a:r>
          </a:p>
          <a:p>
            <a:endParaRPr lang="en-US" sz="2400" dirty="0"/>
          </a:p>
          <a:p>
            <a:r>
              <a:rPr lang="en-US" sz="2400" dirty="0"/>
              <a:t>1. Feedforward Neural Network:</a:t>
            </a:r>
          </a:p>
          <a:p>
            <a:r>
              <a:rPr lang="en-US" sz="2400" dirty="0"/>
              <a:t>					Simplest neural network where the Data moves in only</a:t>
            </a:r>
          </a:p>
          <a:p>
            <a:r>
              <a:rPr lang="en-US" sz="2400" dirty="0"/>
              <a:t>					one direction.</a:t>
            </a:r>
          </a:p>
          <a:p>
            <a:endParaRPr lang="en-US" sz="2400" dirty="0"/>
          </a:p>
          <a:p>
            <a:r>
              <a:rPr lang="en-US" sz="2400" dirty="0"/>
              <a:t>2. Convolutional Neural Network (CNN) :</a:t>
            </a:r>
          </a:p>
          <a:p>
            <a:endParaRPr lang="en-US" sz="2400" dirty="0"/>
          </a:p>
          <a:p>
            <a:r>
              <a:rPr lang="en-US" sz="2400" dirty="0"/>
              <a:t>Used for:</a:t>
            </a:r>
          </a:p>
          <a:p>
            <a:endParaRPr lang="en-US" sz="2400" dirty="0"/>
          </a:p>
          <a:p>
            <a:r>
              <a:rPr lang="en-US" sz="2400" dirty="0"/>
              <a:t>		Image recognition</a:t>
            </a:r>
          </a:p>
          <a:p>
            <a:endParaRPr lang="en-US" sz="2400" dirty="0"/>
          </a:p>
          <a:p>
            <a:r>
              <a:rPr lang="en-US" sz="2400" dirty="0"/>
              <a:t>		Face detection</a:t>
            </a:r>
          </a:p>
          <a:p>
            <a:endParaRPr lang="en-US" sz="2400" dirty="0"/>
          </a:p>
          <a:p>
            <a:r>
              <a:rPr lang="en-US" sz="2400" dirty="0"/>
              <a:t>		Object detection</a:t>
            </a:r>
          </a:p>
          <a:p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9049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0B856D-FBC3-F669-296F-BB40D8E90851}"/>
              </a:ext>
            </a:extLst>
          </p:cNvPr>
          <p:cNvSpPr txBox="1"/>
          <p:nvPr/>
        </p:nvSpPr>
        <p:spPr>
          <a:xfrm>
            <a:off x="199416" y="170234"/>
            <a:ext cx="117461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Recurrent Neural Network (RNN)</a:t>
            </a:r>
          </a:p>
          <a:p>
            <a:endParaRPr lang="en-US" sz="2400" dirty="0"/>
          </a:p>
          <a:p>
            <a:r>
              <a:rPr lang="en-US" sz="2400" dirty="0"/>
              <a:t>Used for:</a:t>
            </a:r>
          </a:p>
          <a:p>
            <a:endParaRPr lang="en-US" sz="2400" dirty="0"/>
          </a:p>
          <a:p>
            <a:r>
              <a:rPr lang="en-US" sz="2400" dirty="0"/>
              <a:t>Text</a:t>
            </a:r>
          </a:p>
          <a:p>
            <a:endParaRPr lang="en-US" sz="2400" dirty="0"/>
          </a:p>
          <a:p>
            <a:r>
              <a:rPr lang="en-US" sz="2400" dirty="0"/>
              <a:t>Speech</a:t>
            </a:r>
          </a:p>
          <a:p>
            <a:endParaRPr lang="en-US" sz="2400" dirty="0"/>
          </a:p>
          <a:p>
            <a:r>
              <a:rPr lang="en-US" sz="2400" dirty="0"/>
              <a:t>Time series data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04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5564F6-B395-61DE-334E-505321FA372C}"/>
              </a:ext>
            </a:extLst>
          </p:cNvPr>
          <p:cNvSpPr txBox="1"/>
          <p:nvPr/>
        </p:nvSpPr>
        <p:spPr>
          <a:xfrm>
            <a:off x="364786" y="277238"/>
            <a:ext cx="1134731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Applications of Neural Networks :</a:t>
            </a:r>
          </a:p>
          <a:p>
            <a:r>
              <a:rPr lang="en-US" sz="2400" dirty="0"/>
              <a:t>			Neural networks are used in many real-world applications.</a:t>
            </a:r>
          </a:p>
          <a:p>
            <a:r>
              <a:rPr lang="en-US" sz="2400" dirty="0"/>
              <a:t>Image Recognition:</a:t>
            </a:r>
          </a:p>
          <a:p>
            <a:r>
              <a:rPr lang="en-US" sz="2400" dirty="0"/>
              <a:t>Example:</a:t>
            </a:r>
          </a:p>
          <a:p>
            <a:r>
              <a:rPr lang="en-US" sz="2400" dirty="0"/>
              <a:t>	Face recognition</a:t>
            </a:r>
          </a:p>
          <a:p>
            <a:endParaRPr lang="en-US" sz="2400" dirty="0"/>
          </a:p>
          <a:p>
            <a:r>
              <a:rPr lang="en-US" sz="2400" dirty="0"/>
              <a:t>Natural Language Processing :</a:t>
            </a:r>
          </a:p>
          <a:p>
            <a:r>
              <a:rPr lang="en-US" sz="2400" dirty="0"/>
              <a:t>	Used in chatbots and translation systems.</a:t>
            </a:r>
          </a:p>
          <a:p>
            <a:endParaRPr lang="en-US" sz="2400" dirty="0"/>
          </a:p>
          <a:p>
            <a:r>
              <a:rPr lang="en-US" sz="2400" dirty="0"/>
              <a:t>Medical Diagnosis:</a:t>
            </a:r>
          </a:p>
          <a:p>
            <a:r>
              <a:rPr lang="en-US" sz="2400" dirty="0"/>
              <a:t>	Detect diseases from scans.</a:t>
            </a:r>
          </a:p>
          <a:p>
            <a:endParaRPr lang="en-US" sz="2400" dirty="0"/>
          </a:p>
          <a:p>
            <a:r>
              <a:rPr lang="en-US" sz="2400" dirty="0"/>
              <a:t>Self Driving Cars:</a:t>
            </a:r>
          </a:p>
          <a:p>
            <a:r>
              <a:rPr lang="en-US" sz="2400" dirty="0"/>
              <a:t>	Object detection and road recognition.</a:t>
            </a:r>
          </a:p>
          <a:p>
            <a:endParaRPr lang="en-US" sz="2400" dirty="0"/>
          </a:p>
          <a:p>
            <a:r>
              <a:rPr lang="en-US" sz="2400" dirty="0"/>
              <a:t>Recommendation Systems :</a:t>
            </a:r>
          </a:p>
          <a:p>
            <a:r>
              <a:rPr lang="en-US" sz="2400" dirty="0"/>
              <a:t>	Used by companies like Netflix, Amazon, and YouTube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713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28A567-E9A9-221B-335A-949C9E91407C}"/>
              </a:ext>
            </a:extLst>
          </p:cNvPr>
          <p:cNvSpPr txBox="1"/>
          <p:nvPr/>
        </p:nvSpPr>
        <p:spPr>
          <a:xfrm>
            <a:off x="316148" y="248055"/>
            <a:ext cx="1146404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Advantages of Neural Networks :</a:t>
            </a:r>
          </a:p>
          <a:p>
            <a:r>
              <a:rPr lang="en-US" sz="2400" dirty="0"/>
              <a:t>			Can learn complex patterns</a:t>
            </a:r>
          </a:p>
          <a:p>
            <a:r>
              <a:rPr lang="en-US" sz="2400" dirty="0"/>
              <a:t>			Works well with large data</a:t>
            </a:r>
          </a:p>
          <a:p>
            <a:r>
              <a:rPr lang="en-US" sz="2400" dirty="0"/>
              <a:t>			Works with High accuracy</a:t>
            </a:r>
          </a:p>
          <a:p>
            <a:r>
              <a:rPr lang="en-US" sz="2400" dirty="0"/>
              <a:t>			Useful in deep learning tasks</a:t>
            </a:r>
          </a:p>
          <a:p>
            <a:endParaRPr lang="en-US" sz="2400" dirty="0"/>
          </a:p>
          <a:p>
            <a:r>
              <a:rPr lang="en-US" sz="2400" dirty="0"/>
              <a:t>Disadvantages :</a:t>
            </a:r>
          </a:p>
          <a:p>
            <a:r>
              <a:rPr lang="en-US" sz="2400" dirty="0"/>
              <a:t>			It Requires large amount of data</a:t>
            </a:r>
          </a:p>
          <a:p>
            <a:r>
              <a:rPr lang="en-US" sz="2400" dirty="0"/>
              <a:t>			High computational cost</a:t>
            </a:r>
          </a:p>
          <a:p>
            <a:r>
              <a:rPr lang="en-US" sz="2400" dirty="0"/>
              <a:t>			Difficult to interpret (black box)</a:t>
            </a:r>
          </a:p>
          <a:p>
            <a:r>
              <a:rPr lang="en-US" sz="2400" dirty="0"/>
              <a:t>			Training consumes large amount of  time 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53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528</Words>
  <Application>Microsoft Office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  Neural Networks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Shahid</dc:creator>
  <cp:lastModifiedBy>Mohammed Shahid</cp:lastModifiedBy>
  <cp:revision>1</cp:revision>
  <dcterms:created xsi:type="dcterms:W3CDTF">2026-03-08T14:24:13Z</dcterms:created>
  <dcterms:modified xsi:type="dcterms:W3CDTF">2026-03-08T14:49:26Z</dcterms:modified>
</cp:coreProperties>
</file>